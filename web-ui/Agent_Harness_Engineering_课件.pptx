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2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885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 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30188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A8DC"/>
                </a:solidFill>
              </a:defRPr>
            </a:pPr>
            <a:r>
              <a:rPr dirty="0" err="1"/>
              <a:t>智能体测试工程实践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730" y="822960"/>
            <a:ext cx="4144192" cy="359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rPr dirty="0"/>
              <a:t>● </a:t>
            </a:r>
            <a:r>
              <a:rPr dirty="0" err="1"/>
              <a:t>什么是</a:t>
            </a:r>
            <a:r>
              <a:rPr dirty="0"/>
              <a:t> Agent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rPr dirty="0"/>
              <a:t>● Harness </a:t>
            </a:r>
            <a:r>
              <a:rPr dirty="0" err="1"/>
              <a:t>概念解析</a:t>
            </a:r>
            <a:endParaRPr dirty="0"/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rPr dirty="0"/>
              <a:t>● Agent Harness Engineering </a:t>
            </a:r>
            <a:r>
              <a:rPr dirty="0" err="1"/>
              <a:t>概述</a:t>
            </a:r>
            <a:endParaRPr dirty="0"/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rPr dirty="0"/>
              <a:t>● </a:t>
            </a:r>
            <a:r>
              <a:rPr dirty="0" err="1"/>
              <a:t>核心组件与架构</a:t>
            </a:r>
            <a:endParaRPr dirty="0"/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rPr dirty="0"/>
              <a:t>● </a:t>
            </a:r>
            <a:r>
              <a:rPr dirty="0" err="1"/>
              <a:t>测试框架设计</a:t>
            </a:r>
            <a:endParaRPr dirty="0"/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rPr dirty="0"/>
              <a:t>● </a:t>
            </a:r>
            <a:r>
              <a:rPr dirty="0" err="1"/>
              <a:t>评估指标体系</a:t>
            </a:r>
            <a:endParaRPr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CB90F8-6EFA-C082-EB97-ADDADDB34823}"/>
              </a:ext>
            </a:extLst>
          </p:cNvPr>
          <p:cNvSpPr txBox="1"/>
          <p:nvPr/>
        </p:nvSpPr>
        <p:spPr>
          <a:xfrm>
            <a:off x="4645478" y="822960"/>
            <a:ext cx="3282043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安全性与可靠性测试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工程实践案例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总结与展望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什么是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Agent（智能体）是能够感知环境、做出决策并执行动作的自主实体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核心能力：感知 → 推理 → 行动 → 学习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与大语言模型(LLM)的区别：Agent具备规划、工具使用、记忆能力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常见架构：ReAct、Plan-and-Execute、AutoGPT等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应用场景：自动化任务、对话系统、代码生成、数据分析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Harness 概念解析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Harness 概念解析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C5CFF"/>
                </a:solidFill>
              </a:defRPr>
            </a:pPr>
            <a:r>
              <a:t>传统软件测试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Test Harness 是测试环境的抽象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用于自动化执行测试用例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提供fixture和mock机制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收集测试结果和覆盖率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Agent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评估Agent能力的标准化框架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模拟真实环境与交互场景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量化Agent性能指标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支持多维度评测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Agent Harness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Harness Engineering 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定义：对Agent系统进行系统化测试、评估和验证的工程实践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目标：确保Agent在复杂环境中的可靠性、安全性和有效性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核心问题：如何全面评估Agent的规划能力、工具使用、决策质量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挑战：开放性生成、长程规划、意图对齐、幻觉检测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工程价值：提高Agent质量、加速迭代、支撑决策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核心组件与架构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Environment Simulator（环境模拟器）：模拟Agent运行的实际环境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Task Generator（任务生成器）：自动生成多样化测试任务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Agent Executor（执行器）：管理Agent生命周期和执行流程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Metric Evaluator（评估器）：计算多维度性能指标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Result Analyzer（分析器）：分析失败案例，生成诊断报告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测试框架设计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测试框架设计原则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可重复性：相同输入必须产生一致结果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隔离性：测试用例之间互不干扰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可扩展性：支持新增任务类型和评估指标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自动化：无需人工干预完成全流程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可观测性：完整记录Agent推理过程和中间状态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测试类型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C5CFF"/>
                </a:solidFill>
              </a:defRPr>
            </a:pPr>
            <a:r>
              <a:t>功能测试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任务完成率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工具使用准确性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响应质量评估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对话连贯性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非功能测试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响应时延测试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并发能力测试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资源消耗评估</a:t>
            </a:r>
          </a:p>
          <a:p>
            <a:pPr>
              <a:spcBef>
                <a:spcPts val="1000"/>
              </a:spcBef>
              <a:defRPr sz="1800">
                <a:solidFill>
                  <a:srgbClr val="2E2E4A"/>
                </a:solidFill>
              </a:defRPr>
            </a:pPr>
            <a:r>
              <a:t>✓ 错误恢复能力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评估指标体系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多维度评估指标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任务完成指标：成功率、步骤数、关键动作命中率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质量指标：输出准确性、相关性、完整性、安全性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效率指标：响应时间、token消耗、API调用次数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鲁棒性指标：对抗样本表现、边界条件处理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一致性指标：输出一致性、对齐人类偏好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安全性与可靠性测试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安全性测试重点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Prompt Injection：检测恶意指令注入攻击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Sensitive Data Leakage：防止敏感信息泄露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Harmful Content：阻断有害内容生成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Privacy Protection：个人信息保护能力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Jailbreak Detection：越狱攻击防御能力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可靠性测试重点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长时间运行稳定性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异常输入容错能力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依赖服务降级处理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状态一致性保证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资源泄漏检测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工程实践案例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典型实践案例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AgentBench：综合评估多领域Agent能力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ToolBench：工具使用能力专项评测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MINT：多轮交互推理测试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TrustGPT：价值观对齐评估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自制Harness：根据业务场景定制测试框架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工程实践建议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从小做起：先针对核心能力建立基准测试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数据为王：积累高质量评测数据集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自动化流水线：CI/CD集成自动评测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持续迭代：定期更新评测标准和任务库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社区协作：参与开源评测项目共建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C5C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核心要点回顾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Agent Harness Engineering是Agent开发的关键环节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标准化、可重复的评测框架是质量保障基础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多维度评估指标覆盖功能、效率、安全性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持续迭代的测试体系支撑Agent能力提升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工程实践需要结合具体业务场景定制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未来发展趋势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更接近人类认知评估的多模态评测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动态对抗环境下的压力测试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跨语言、跨文化的泛化能力评估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Agent自我评测与反思能力研究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2200">
                <a:solidFill>
                  <a:srgbClr val="2E2E4A"/>
                </a:solidFill>
              </a:defRPr>
            </a:pPr>
            <a:r>
              <a:t>● 评测效率优化与成本控制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A8DC"/>
                </a:solidFill>
              </a:defRPr>
            </a:pPr>
            <a:r>
              <a:t>Agent Harness Engineering 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442</Words>
  <Application>Microsoft Macintosh PowerPoint</Application>
  <PresentationFormat>自定义</PresentationFormat>
  <Paragraphs>120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安迪</cp:lastModifiedBy>
  <cp:revision>3</cp:revision>
  <dcterms:created xsi:type="dcterms:W3CDTF">2013-01-27T09:14:16Z</dcterms:created>
  <dcterms:modified xsi:type="dcterms:W3CDTF">2026-05-06T14:23:27Z</dcterms:modified>
  <cp:category/>
</cp:coreProperties>
</file>